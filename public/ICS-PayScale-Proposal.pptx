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Brownshift Technologies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ICS PayScale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Payroll System Built Around How ICS Operates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engineers across Ghana, UK, US, and Canada.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team in Ghana — we know SSNIT, GRA, and the Labour Act firsthand.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We build custom systems — no off-the-shelf compromises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You own the source code completely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We specialise in growing organisations like 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10058400" cy="731520"/>
          </a:xfrm>
          <a:prstGeom prst="roundRect">
            <a:avLst>
              <a:gd name="adj" fmla="val 12500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2976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expertise + international engineering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You're Getting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payroll for one campus or all three. SSNIT, PAYE, pensions, overtime — all calculated automatically.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18872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2801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Disbursement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164592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money to employee bank accounts directly. No manual bank visits or file uploads.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1460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0604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Statutory Filing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SSNIT and PAYE to government portals from inside the system. Get confirmation numbers instantly.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5146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51460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0604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9718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staff records in one place — contracts, salaries, leave, payroll history. Onboard new hires in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84048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93192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comparisons, budget vs actual, compliance reports. Export as CSV or PDF with one click.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840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3840480"/>
            <a:ext cx="64008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93192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Connections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29768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your HR system, accounting software, and bank. Data flows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Ghana Compliance — Fully Covered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statutory obligation is automated. No manual calculations. No missed deadlines.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424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Obligation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It's Handled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SSNIT Tier 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13% employer / 5.5% employee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Auto-calculated, filed to SSNIT portal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PAYE Income Tax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 graduated brackets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returns filed electronically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2 Pension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5% employer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Auto-calculated and reported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3 Provident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5% voluntary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Opt-in per employee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1.5× / 2×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Weekday and weekend rates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contract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Calculated on exit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Labour 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 annual, 10 sick, 12wk maternity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Three Campuses, Two Cities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Pakyi Campus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Kumasi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17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Ogbojo Campus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+15% COL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417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East Legon Campus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1945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 COL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Run payroll per campus or all at once — with consolidated reporting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Cost-of-living adjustments handled automatically between cities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Switch between campuses from any screen in the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Campus-level budgeting, headcount tracking, and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We'll Deliver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dedicated team of 2–3 senior engineers for the full 4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1051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Your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29968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7830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with your HR &amp; Finance teams. Learn how you actually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5568" y="2304288"/>
            <a:ext cx="36576" cy="20116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90779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81635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Plan, Build &amp; Iterate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127248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4–12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8803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in short cycles. Working software every 1–2 weeks. You give feedback, we adjust.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15568" y="3401568"/>
            <a:ext cx="36576" cy="20116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0507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91363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Training, Testing &amp; Go Live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224528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13–16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9776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team tests it. We train staff at each campus. Deploy and go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Brownshift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10058400" cy="685800"/>
          </a:xfrm>
          <a:prstGeom prst="roundRect">
            <a:avLst>
              <a:gd name="adj" fmla="val 13333"/>
            </a:avLst>
          </a:prstGeom>
          <a:solidFill>
            <a:srgbClr val="0D2D5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53312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We're here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353312"/>
            <a:ext cx="6217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team in Ghana. We deal with SSNIT and GRA ourselves.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0058400" cy="685800"/>
          </a:xfrm>
          <a:prstGeom prst="roundRect">
            <a:avLst>
              <a:gd name="adj" fmla="val 13333"/>
            </a:avLst>
          </a:prstGeom>
          <a:solidFill>
            <a:srgbClr val="0D2D5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67712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built for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67712"/>
            <a:ext cx="6217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screen is designed around how ICS operates. Not generic.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08960"/>
            <a:ext cx="10058400" cy="685800"/>
          </a:xfrm>
          <a:prstGeom prst="roundRect">
            <a:avLst>
              <a:gd name="adj" fmla="val 13333"/>
            </a:avLst>
          </a:prstGeom>
          <a:solidFill>
            <a:srgbClr val="0D2D5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182112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own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182112"/>
            <a:ext cx="6217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source code. No vendor lock-in. Your system, your control.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10058400" cy="685800"/>
          </a:xfrm>
          <a:prstGeom prst="roundRect">
            <a:avLst>
              <a:gd name="adj" fmla="val 13333"/>
            </a:avLst>
          </a:prstGeom>
          <a:solidFill>
            <a:srgbClr val="0D2D5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96512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We've already shown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96512"/>
            <a:ext cx="6217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working demo isn't a slideshow — it's the actual system.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This Together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We've shown you what ICS PayScale can do.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talk about making it yours.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Brownshift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Ghana  •  United Kingdom  •  United States  •  Canada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Brownshift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ICS PayScale - Payroll Software Proposal</dc:subject>
  <dc:creator>Brownshift Technologies</dc:creator>
  <cp:lastModifiedBy>Brownshift Technologies</cp:lastModifiedBy>
  <cp:revision>1</cp:revision>
  <dcterms:created xsi:type="dcterms:W3CDTF">2026-04-01T01:26:27Z</dcterms:created>
  <dcterms:modified xsi:type="dcterms:W3CDTF">2026-04-01T01:26:27Z</dcterms:modified>
</cp:coreProperties>
</file>